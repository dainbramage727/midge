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298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2F5F7"/>
                </a:solidFill>
                <a:latin typeface="Aptos"/>
              </a:rPr>
              <a:t>Midge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07792"/>
            <a:ext cx="1188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5BC0BE"/>
                </a:solidFill>
                <a:latin typeface="Aptos"/>
              </a:rPr>
              <a:t>A Natural Language Interface for Live MIDI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188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2BEC9"/>
                </a:solidFill>
                <a:latin typeface="Aptos"/>
              </a:rPr>
              <a:t>Jeremy Joubert • CAP 5636 Final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Today I’ll demonstrate Midge, a prototype that connects natural language interpretation to live MIDI routing and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Why natural language belongs in live music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93192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10512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Current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40280"/>
            <a:ext cx="352958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MIDI routing is powerful but tedious
• Performers must manage channels, devices, mappings, and modes
• Creative ideas are interrupted by configuration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645920"/>
            <a:ext cx="393192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7" y="1810512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Midge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7" y="2240280"/>
            <a:ext cx="352958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Let performers say what they want:
“Make the kick follow the toms.”
“Put harmonic pads on channel 9.”
Then convert that request into a runtime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645920"/>
            <a:ext cx="393192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6688" y="1810512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2240280"/>
            <a:ext cx="352958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Can a local AI system translate natural-language performance intent into structured MIDI behavior while the system remains playable?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goal is not to replace musicianship. The goal is to remove configuration friction during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Hardware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Physical prototype and performance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8503920" cy="4983480"/>
          </a:xfrm>
          <a:prstGeom prst="rect">
            <a:avLst/>
          </a:prstGeom>
          <a:solidFill>
            <a:srgbClr val="161B2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34740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C0BE"/>
                </a:solidFill>
                <a:latin typeface="Aptos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547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F5F7"/>
                </a:solidFill>
                <a:latin typeface="Aptos"/>
              </a:rPr>
              <a:t>Insert wide setup video
IMG_9105.MOV or presentation clip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463040"/>
            <a:ext cx="4069080" cy="498348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30968" y="1627632"/>
            <a:ext cx="3666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Visible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0968" y="2057400"/>
            <a:ext cx="3666744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Electronic drum kit
• MIDI keyboard
• Python runtime on laptop
• MIDI interfaces / routing
• External synths and modules
• Audio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This shot establishes that Midge is connected to real instruments, not just a simulated software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Hybrid AI + deterministic MIDI runtime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2834640"/>
            <a:ext cx="173736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0" y="2834640"/>
            <a:ext cx="164592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69680" y="2834640"/>
            <a:ext cx="164592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3749039"/>
            <a:ext cx="0" cy="1051561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240280"/>
            <a:ext cx="1920240" cy="11887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17007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5F7"/>
                </a:solidFill>
                <a:latin typeface="Aptos"/>
              </a:rPr>
              <a:t>User input
text / 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240280"/>
            <a:ext cx="2103120" cy="11887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404872"/>
            <a:ext cx="1883663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5F7"/>
                </a:solidFill>
                <a:latin typeface="Aptos"/>
              </a:rPr>
              <a:t>Local LLM
intent parsing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240280"/>
            <a:ext cx="2011680" cy="11887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2404872"/>
            <a:ext cx="17922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5F7"/>
                </a:solidFill>
                <a:latin typeface="Aptos"/>
              </a:rPr>
              <a:t>JSON command
parser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240280"/>
            <a:ext cx="2377440" cy="11887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51007" y="2404872"/>
            <a:ext cx="21579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5F7"/>
                </a:solidFill>
                <a:latin typeface="Aptos"/>
              </a:rPr>
              <a:t>Runtime rule
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800600"/>
            <a:ext cx="2743200" cy="1188720"/>
          </a:xfrm>
          <a:prstGeom prst="roundRect">
            <a:avLst/>
          </a:prstGeom>
          <a:solidFill>
            <a:srgbClr val="5BC0BE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4965192"/>
            <a:ext cx="252374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5F7"/>
                </a:solidFill>
                <a:latin typeface="Aptos"/>
              </a:rPr>
              <a:t>MIDI event router
input → transform →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709160"/>
            <a:ext cx="4389120" cy="137160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4873752"/>
            <a:ext cx="3986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Key design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5303520"/>
            <a:ext cx="398678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Known command patterns can be resolved deterministically for speed; open-ended requests can be routed through the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design separates interpretation from execution. That means the MIDI engine can remain stable even when the language layer is still experimental.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Show evidence in short, controlled clips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92608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581912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1.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11680"/>
            <a:ext cx="252374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Play the drum kit and show incoming MIDI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17320"/>
            <a:ext cx="292608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7" y="1581912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2. Rule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7" y="2011680"/>
            <a:ext cx="252374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Show a natural-language or fallback command changing the runtime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417320"/>
            <a:ext cx="292608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581912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3. Transformed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011680"/>
            <a:ext cx="252374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Play again and show that output behavior has 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1417320"/>
            <a:ext cx="2926080" cy="438912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91088" y="1581912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4. 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91088" y="2011680"/>
            <a:ext cx="2523744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Discuss latency, reliability, and next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demo is presented as a set of proofs rather than one risky live take.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Live MIDI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Physical interaction with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9144000" cy="5212080"/>
          </a:xfrm>
          <a:prstGeom prst="rect">
            <a:avLst/>
          </a:prstGeom>
          <a:solidFill>
            <a:srgbClr val="161B2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C0BE"/>
                </a:solidFill>
                <a:latin typeface="Aptos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2336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F5F7"/>
                </a:solidFill>
                <a:latin typeface="Aptos"/>
              </a:rPr>
              <a:t>Insert longer phone demo clip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1417320"/>
            <a:ext cx="3520440" cy="521208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9608" y="1581912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What to point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2011680"/>
            <a:ext cx="3118104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Drum hits create MIDI input
• Midge receives events in real time
• Output can be redirected or transformed
• The performer keeps playing while rules are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During this clip, I want the viewer to see that the prototype is receiving and transforming real performance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Screen Recording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Terminal, rules, and state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8961120" cy="5212080"/>
          </a:xfrm>
          <a:prstGeom prst="rect">
            <a:avLst/>
          </a:prstGeom>
          <a:solidFill>
            <a:srgbClr val="161B2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C0BE"/>
                </a:solidFill>
                <a:latin typeface="Aptos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23360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F5F7"/>
                </a:solidFill>
                <a:latin typeface="Aptos"/>
              </a:rPr>
              <a:t>Insert macOS screen recording
terminal / JSON / MIDI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417320"/>
            <a:ext cx="3657600" cy="521208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581912"/>
            <a:ext cx="3255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Capture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2448" y="2011680"/>
            <a:ext cx="3255264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Command entered
• Interpreted structured output
• Rule ID or state update
• Incoming MIDI event
• Outgoing transformed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screen recording explains what the phone video cannot show clearly: the internal state and the command interpretation pathway.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977639" cy="452628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490472"/>
            <a:ext cx="35753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MIDI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920240"/>
            <a:ext cx="3575303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Python event loop using MIDI input and output ports. Incoming events are inspected, transformed, and forwarded according to active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325880"/>
            <a:ext cx="3977639" cy="452628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7" y="1490472"/>
            <a:ext cx="35753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Rule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7" y="1920240"/>
            <a:ext cx="3575303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Runtime rules define mappings such as source pads, target instruments, output channels, aliases, and transformations.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325880"/>
            <a:ext cx="3977639" cy="452628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6688" y="1490472"/>
            <a:ext cx="35753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Language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1920240"/>
            <a:ext cx="3575303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A local model attempts to translate natural language into structured commands. Current limitations include latency and phrasing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important technical contribution is the bridge between natural-language intent and a rule engine that can act on live MIDI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What the prototype revealed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840480" cy="480060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53619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65960"/>
            <a:ext cx="3438144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Local inference can be slow enough to disrupt interactive use. This motivates deterministic routing for common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3840480" cy="480060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53619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Interpretation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965960"/>
            <a:ext cx="3438144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Short or ambiguous commands can be misclassified as references to existing rule IDs rather than new configuration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371600"/>
            <a:ext cx="3840480" cy="480060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6688" y="153619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Demo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1965960"/>
            <a:ext cx="3438144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The presentation uses recorded evidence and narration rather than relying on a fragile live LLM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These limitations are useful findings. They show why a hybrid system is more practical than sending every command directly to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335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7"/>
                </a:solidFill>
                <a:latin typeface="Aptos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261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2BEC9"/>
                </a:solidFill>
                <a:latin typeface="Aptos"/>
              </a:rPr>
              <a:t>How Midge can become more reliable and expressive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017520" cy="448056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81912"/>
            <a:ext cx="26151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Model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11680"/>
            <a:ext cx="2615184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Fine-tune intent classification
• Constrain outputs to JSON schema
• Add examples for abbreviated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017520" cy="4480560"/>
          </a:xfrm>
          <a:prstGeom prst="roundRect">
            <a:avLst/>
          </a:prstGeom>
          <a:solidFill>
            <a:srgbClr val="212832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581912"/>
            <a:ext cx="26151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Runtime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011680"/>
            <a:ext cx="2615184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Safer rule validation
• Clear rule enable/disable controls
• Better state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3017520" cy="448056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581912"/>
            <a:ext cx="26151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Music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011680"/>
            <a:ext cx="2615184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Voice commands
• DAW integration
• Preset scenes
• Performance macros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47120" y="1417320"/>
            <a:ext cx="2651760" cy="4480560"/>
          </a:xfrm>
          <a:prstGeom prst="roundRect">
            <a:avLst/>
          </a:prstGeom>
          <a:solidFill>
            <a:srgbClr val="212832"/>
          </a:solidFill>
          <a:ln>
            <a:solidFill>
              <a:srgbClr val="39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48288" y="1581912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5F7"/>
                </a:solidFill>
                <a:latin typeface="Aptos"/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2011680"/>
            <a:ext cx="2249424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2BEC9"/>
                </a:solidFill>
                <a:latin typeface="Aptos"/>
              </a:rPr>
              <a:t>• Command accuracy
• Latency benchmarks
• Performer usability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The next stage is making the interface reliable enough that it feels like a musical tool instead of a coding environment.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298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2F5F7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331720"/>
            <a:ext cx="11704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5BC0BE"/>
                </a:solidFill>
                <a:latin typeface="Aptos"/>
              </a:rPr>
              <a:t>Midge demonstrates a path from natural-language musical intent to live MIDI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337560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2F5F7"/>
                </a:solidFill>
                <a:latin typeface="Aptos"/>
              </a:rPr>
              <a:t>The prototype shows that a rule-based MIDI engine can be controlled by an AI interpretation layer, while also revealing practical challenges in latency, intent classification,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8463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CB6B"/>
                </a:solidFill>
                <a:latin typeface="Aptos"/>
              </a:rPr>
              <a:t>Final takeaway: hybrid AI systems are likely the most practical path for real-time creative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903720"/>
            <a:ext cx="13350240" cy="822960"/>
          </a:xfrm>
          <a:prstGeom prst="roundRect">
            <a:avLst/>
          </a:prstGeom>
          <a:solidFill>
            <a:srgbClr val="090C10"/>
          </a:solidFill>
          <a:ln>
            <a:solidFill>
              <a:srgbClr val="44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7068312"/>
            <a:ext cx="1289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2BEC9"/>
                </a:solidFill>
                <a:latin typeface="Aptos"/>
              </a:rPr>
              <a:t>Voice-over draft: Midge is not finished, but it establishes a working foundation for more intuitive human-computer interaction in digital music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